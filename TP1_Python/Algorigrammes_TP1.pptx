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10 – Moyenne de 3 valeurs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2434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78124" y="1837944"/>
            <a:ext cx="1005840" cy="928116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val1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val2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val3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moy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81044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617470" y="3017520"/>
            <a:ext cx="232714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val1 ← "Entrez la valeur 1"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81044" y="276606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17470" y="3621024"/>
            <a:ext cx="232714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val2 ← "Entrez la valeur 2"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1044" y="336956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17470" y="4224528"/>
            <a:ext cx="232714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val3 ← "Entrez la valeur 3"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1044" y="397306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500884" y="4828032"/>
            <a:ext cx="256032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 ← (val1 + val2 + val3) /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1044" y="457657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23160" y="5431536"/>
            <a:ext cx="271576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"La moyenne est :", moy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1044" y="518007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50158" y="6035040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81044" y="578358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11 – Aire du rectangle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2434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22676" y="1837944"/>
            <a:ext cx="1316736" cy="73609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longueur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largeur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surface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81044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62022" y="2825496"/>
            <a:ext cx="263804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← "Entrez la longueur"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81044" y="257403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539746" y="3429000"/>
            <a:ext cx="248259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← "Entrez la largeur"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1044" y="317754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578608" y="4032504"/>
            <a:ext cx="240487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← longueur × largeur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1044" y="378104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267712" y="4636008"/>
            <a:ext cx="302666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"La surface est :", surface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1044" y="438454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50158" y="5239512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1044" y="498805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12 – Admission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494864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00554" y="1837944"/>
            <a:ext cx="100584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note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03474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795348" y="2441448"/>
            <a:ext cx="201625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← "Entrez la note"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03474" y="218998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119198" y="3044952"/>
            <a:ext cx="1368552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&lt; 8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3474" y="279349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062201" y="3899916"/>
            <a:ext cx="1482547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&lt; 10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3474" y="364845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58338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6228" y="3170682"/>
            <a:ext cx="162763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"ajourné"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87750" y="3346704"/>
            <a:ext cx="4684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533470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56228" y="4025646"/>
            <a:ext cx="139446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"oral"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44748" y="4201668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590468" y="39730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7382" y="4754880"/>
            <a:ext cx="147218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"admis"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03474" y="450342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58338" y="44668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83860" y="3346704"/>
            <a:ext cx="1828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0688" y="4201668"/>
            <a:ext cx="4160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6740" y="3346704"/>
            <a:ext cx="0" cy="19659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2803474" y="5312664"/>
            <a:ext cx="296326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03474" y="5106924"/>
            <a:ext cx="0" cy="2057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2588" y="5564124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03474" y="531266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13 – Assurances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853157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64537" y="1837944"/>
            <a:ext cx="1394460" cy="73609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dommages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franchise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rembourse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161767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376401" y="2825496"/>
            <a:ext cx="357073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dommages ← "Entrez le montant des dommages"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61767" y="257403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842745" y="3429000"/>
            <a:ext cx="263804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← dommages × 10 / 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1767" y="317754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021510" y="4032504"/>
            <a:ext cx="228051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&gt; 4000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1767" y="378104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713503" y="4158234"/>
            <a:ext cx="147218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← 4000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2023" y="4334256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347743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9595" y="4510278"/>
            <a:ext cx="0" cy="40005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161767" y="4910328"/>
            <a:ext cx="228782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61767" y="4636008"/>
            <a:ext cx="0" cy="2743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6631" y="46131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03883" y="5161788"/>
            <a:ext cx="271576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 ← dommages − franchise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61767" y="491032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765021" y="5765292"/>
            <a:ext cx="279349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"Franchise :", franchise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61767" y="551383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454125" y="6368796"/>
            <a:ext cx="341528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"Montant remboursé :", rembourse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61767" y="611733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30881" y="6972300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61767" y="672084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14 – Table de multiplication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507334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07334" y="1837944"/>
            <a:ext cx="617220" cy="54406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5944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652370" y="2633472"/>
            <a:ext cx="2327148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← "Entrez la valeur de n"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15944" y="238201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07334" y="3236976"/>
            <a:ext cx="61722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← 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5944" y="298551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15944" y="3589020"/>
            <a:ext cx="0" cy="4800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45663" y="4069080"/>
            <a:ext cx="1140562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≤ 10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35784" y="4924044"/>
            <a:ext cx="256032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n, "x", i, "=", n × 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15944" y="46725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351886" y="5527548"/>
            <a:ext cx="9281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← i + 1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15944" y="527608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870808" y="4636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15944" y="5879592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2444344" y="6062472"/>
            <a:ext cx="1371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444344" y="3954780"/>
            <a:ext cx="0" cy="21076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4344" y="3954780"/>
            <a:ext cx="13487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585058" y="6473952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6224" y="4370832"/>
            <a:ext cx="7315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17744" y="4370832"/>
            <a:ext cx="0" cy="19431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3815944" y="6313932"/>
            <a:ext cx="1301801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5944" y="6313932"/>
            <a:ext cx="0" cy="1600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431944" y="4142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Algorigramme 1 – Saisie des 4 couleurs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472434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083814" y="1837944"/>
            <a:ext cx="1394460" cy="928116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couleur1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couleur2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couleur3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couleur4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81044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345436" y="3017520"/>
            <a:ext cx="28712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couleur1 ← "Couleur de l'anneau 1"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81044" y="276606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345436" y="3621024"/>
            <a:ext cx="28712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couleur2 ← "Couleur de l'anneau 2"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1044" y="336956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345436" y="4224528"/>
            <a:ext cx="28712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couleur3 ← "Couleur de l'anneau 3"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1044" y="397306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45436" y="4828032"/>
            <a:ext cx="28712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couleur4 ← "Couleur de l'anneau 4"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1044" y="457657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189988" y="5431536"/>
            <a:ext cx="3182112" cy="54406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"Couleurs enregistrées :",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couleur1, couleur2, couleur3, couleur4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1044" y="518007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50158" y="6227064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81044" y="597560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Algorigramme 2 – Valeur d'une couleur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50826" y="1175670"/>
            <a:ext cx="418872" cy="238912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513465" y="1585234"/>
            <a:ext cx="893593" cy="36922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couleur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valeur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960262" y="1414582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091491" y="2125113"/>
            <a:ext cx="1737543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← "Entrez une couleur"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960262" y="1954462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186435" y="2534677"/>
            <a:ext cx="1547654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"noir" ?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960262" y="2364025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109073" y="3114892"/>
            <a:ext cx="1702378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"marron" ?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60262" y="2944240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997495" y="287534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47754" y="3695107"/>
            <a:ext cx="1625016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"rouge" ?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960262" y="3524455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997495" y="34555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09073" y="4275322"/>
            <a:ext cx="1702378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"orange" ?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960262" y="4104670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997495" y="403577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147754" y="4855537"/>
            <a:ext cx="1625016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"jaune" ?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960262" y="4684886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997495" y="461598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86435" y="5435752"/>
            <a:ext cx="1547654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"vert" ?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60262" y="5265101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997495" y="519620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86435" y="6015967"/>
            <a:ext cx="1547654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"bleu" ?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960262" y="5845316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997495" y="5776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09073" y="6596182"/>
            <a:ext cx="1702378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"violet" ?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960262" y="6425531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997495" y="635663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86435" y="7176397"/>
            <a:ext cx="1547654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"gris" ?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960262" y="7005746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997495" y="693684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147754" y="7756612"/>
            <a:ext cx="1625016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"blanc" ?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960262" y="7585961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997495" y="75170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90699" y="2620002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734089" y="2739458"/>
            <a:ext cx="3566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765117" y="254024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090699" y="3200217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11451" y="3319674"/>
            <a:ext cx="2792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842479" y="312045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90699" y="3780433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2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772770" y="3899889"/>
            <a:ext cx="31792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803798" y="370067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0699" y="4360648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11451" y="4480104"/>
            <a:ext cx="2792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3842479" y="428088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090699" y="4940863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772770" y="5060319"/>
            <a:ext cx="31792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3803798" y="48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090699" y="5521078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34089" y="5640534"/>
            <a:ext cx="3566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3765117" y="544131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090699" y="6101293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6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734089" y="6220749"/>
            <a:ext cx="3566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3765117" y="602153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090699" y="6681508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7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811451" y="6800964"/>
            <a:ext cx="2792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3842479" y="660174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090699" y="7261723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8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4089" y="7381179"/>
            <a:ext cx="3566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3765117" y="71819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090699" y="7841938"/>
            <a:ext cx="68260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9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72770" y="7961394"/>
            <a:ext cx="317929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3803798" y="776217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592586" y="8336828"/>
            <a:ext cx="735353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← -1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60262" y="8166176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2997495" y="8097277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773305" y="2739458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73305" y="3319674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73305" y="3899889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73305" y="4480104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73305" y="5060319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73305" y="5640534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3305" y="6220749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73305" y="6800964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73305" y="7381179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73305" y="7961394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97415" y="2739458"/>
            <a:ext cx="0" cy="597590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2960262" y="8715364"/>
            <a:ext cx="1937153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960262" y="8575740"/>
            <a:ext cx="0" cy="13962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79840" y="8886015"/>
            <a:ext cx="1160844" cy="40956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= -1 ?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960262" y="8715364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819932" y="8971341"/>
            <a:ext cx="1579302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"Couleur inconnue"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540684" y="9090797"/>
            <a:ext cx="2792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7" name="Text 85"/>
          <p:cNvSpPr txBox="1"/>
          <p:nvPr/>
        </p:nvSpPr>
        <p:spPr>
          <a:xfrm>
            <a:off x="3571711" y="889158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2038744" y="9466230"/>
            <a:ext cx="1843036" cy="23891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"La valeur est", valeur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960262" y="9295579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2997495" y="9226679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399234" y="9090797"/>
            <a:ext cx="1241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523344" y="9090797"/>
            <a:ext cx="0" cy="753969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2960262" y="9844766"/>
            <a:ext cx="256308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2960262" y="9705142"/>
            <a:ext cx="0" cy="13962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03573" y="10015418"/>
            <a:ext cx="313378" cy="238912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960262" y="9844766"/>
            <a:ext cx="0" cy="170651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Algorigramme 3 – Valeur de R à partir de 3 couleurs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361438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95094" y="1837944"/>
            <a:ext cx="1549908" cy="73609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c1, c2, c3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v1, v2, 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X, Y, 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670048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467612" y="2825496"/>
            <a:ext cx="240487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← "Couleur de l'anneau 1"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70048" y="257403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467612" y="3429000"/>
            <a:ext cx="240487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← "Couleur de l'anneau 2"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0048" y="317754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467612" y="4032504"/>
            <a:ext cx="240487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← "Couleur de l'anneau 3"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378104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547622" y="4636008"/>
            <a:ext cx="2244852" cy="352044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← valeur_couleur(c1)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29918" y="4636008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0178" y="4636008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0048" y="438454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547622" y="5239512"/>
            <a:ext cx="2244852" cy="352044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← valeur_couleur(c2)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29918" y="5239512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0178" y="5239512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498805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547622" y="5843016"/>
            <a:ext cx="2244852" cy="352044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← valeur_couleur(c3)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29918" y="5843016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0178" y="5843016"/>
            <a:ext cx="0" cy="3520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0048" y="559155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03350" y="6446520"/>
            <a:ext cx="2933395" cy="795528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= -1 ou v2 = -1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v3 = -1 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70048" y="619506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48226" y="6572250"/>
            <a:ext cx="1627632" cy="54406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"Erreur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inconnue"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36746" y="6844284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182466" y="66156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95094" y="7493508"/>
            <a:ext cx="1549908" cy="928116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v1 × 10 +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← 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← X × 10^Y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"R =", 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70048" y="724204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724912" y="7205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5858" y="6844284"/>
            <a:ext cx="1828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8738" y="6844284"/>
            <a:ext cx="0" cy="17830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2670048" y="8627364"/>
            <a:ext cx="368869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670048" y="8421624"/>
            <a:ext cx="0" cy="2057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9162" y="8878824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0048" y="862736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Algorigramme 4 – Valeur et tolérance d'une résistance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928976" y="1234440"/>
            <a:ext cx="617220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07184" y="1837944"/>
            <a:ext cx="1860804" cy="736092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c1, c2, c3, c4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37586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687678" y="2825496"/>
            <a:ext cx="3099816" cy="544068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c3, c4 ← saisir_couleurs()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(algorigramme 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9974" y="2825496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5198" y="2825496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7586" y="257403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532230" y="3621024"/>
            <a:ext cx="3410712" cy="544068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← valeur_resistance(c1, c2, c3)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(algorigramme 3, qui utilise l'algo 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14526" y="3621024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0646" y="3621024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7586" y="336956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998574" y="4416552"/>
            <a:ext cx="2478024" cy="544068"/>
          </a:xfrm>
          <a:prstGeom prst="rect">
            <a:avLst/>
          </a:prstGeom>
          <a:solidFill>
            <a:srgbClr val="F3E6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tolerance(c4)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(sous-programme tolérance)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80870" y="4416552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4302" y="4416552"/>
            <a:ext cx="0" cy="54406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7586" y="416509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667305" y="5212080"/>
            <a:ext cx="1140562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-1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37586" y="496062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219346" y="5241798"/>
            <a:ext cx="1627632" cy="54406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"Erreur 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inconnue"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07866" y="5513832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853586" y="5285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51736" y="6067044"/>
            <a:ext cx="2171700" cy="544068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"R =", 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"Tolérance :", 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37586" y="58155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292450" y="5779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46978" y="5513832"/>
            <a:ext cx="1828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9858" y="5513832"/>
            <a:ext cx="0" cy="13030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3237586" y="6816852"/>
            <a:ext cx="2792273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37586" y="6611112"/>
            <a:ext cx="0" cy="2057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06700" y="7068312"/>
            <a:ext cx="461772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37586" y="681685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647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Sous-programme tolérance (utilisé par l'algorigramme 4)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895094" y="1234440"/>
            <a:ext cx="2093976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tolerance(couleur)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87830" y="1837944"/>
            <a:ext cx="250850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"marron" 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42082" y="158648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744828" y="2692908"/>
            <a:ext cx="2394509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"rouge"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42082" y="244144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996946" y="2404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825" y="3547872"/>
            <a:ext cx="228051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"vert" 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42082" y="329641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996946" y="32598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01825" y="4402836"/>
            <a:ext cx="228051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"bleu" 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42082" y="415137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96946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87830" y="5257800"/>
            <a:ext cx="250850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"violet"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42082" y="5006340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996946" y="49697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15820" y="6112764"/>
            <a:ext cx="2052523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"or"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42082" y="5861304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996946" y="5824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87830" y="6967728"/>
            <a:ext cx="2508504" cy="603504"/>
          </a:xfrm>
          <a:prstGeom prst="diamond">
            <a:avLst/>
          </a:prstGeom>
          <a:solidFill>
            <a:srgbClr val="FFF4D6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"argent" 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42082" y="6716268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996946" y="66796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07814" y="1963674"/>
            <a:ext cx="85039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"1%"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96334" y="2139696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242054" y="1911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07814" y="2818638"/>
            <a:ext cx="85039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"2%"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39336" y="2994660"/>
            <a:ext cx="4684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185056" y="27660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07814" y="3673602"/>
            <a:ext cx="1083564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"0,25%"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82339" y="3849624"/>
            <a:ext cx="52547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128059" y="3621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07814" y="4528566"/>
            <a:ext cx="100584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"0,2%"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82339" y="4704588"/>
            <a:ext cx="52547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128059" y="44759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07814" y="5383530"/>
            <a:ext cx="1005840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"0,1%"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96334" y="5559552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242054" y="5330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07814" y="6238494"/>
            <a:ext cx="850392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"5%"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68344" y="6414516"/>
            <a:ext cx="63947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014064" y="61859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07814" y="7093458"/>
            <a:ext cx="92811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"10%"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96334" y="7269480"/>
            <a:ext cx="411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242054" y="7040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3714" y="7822692"/>
            <a:ext cx="1316736" cy="352044"/>
          </a:xfrm>
          <a:prstGeom prst="rect">
            <a:avLst/>
          </a:prstGeom>
          <a:solidFill>
            <a:srgbClr val="E8F0F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← "inconnue"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42082" y="7571232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2996946" y="7534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58206" y="2139696"/>
            <a:ext cx="4160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58206" y="2994660"/>
            <a:ext cx="4160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91378" y="3849624"/>
            <a:ext cx="1828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3654" y="4704588"/>
            <a:ext cx="2606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13654" y="5559552"/>
            <a:ext cx="2606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58206" y="6414516"/>
            <a:ext cx="4160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35930" y="7269480"/>
            <a:ext cx="33832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74258" y="2139696"/>
            <a:ext cx="0" cy="62407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2942082" y="8380476"/>
            <a:ext cx="293217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942082" y="8174736"/>
            <a:ext cx="0" cy="2057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00300" y="8631936"/>
            <a:ext cx="1083564" cy="352044"/>
          </a:xfrm>
          <a:prstGeom prst="rect">
            <a:avLst/>
          </a:prstGeom>
          <a:solidFill>
            <a:srgbClr val="DFF5DF"/>
          </a:solidFill>
          <a:ln w="15875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942082" y="8380476"/>
            <a:ext cx="0" cy="2514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Algorigrammes TP1 Python</dc:title>
  <dc:subject>PptxGenJS Presentation</dc:subject>
  <dc:creator>PptxGenJS</dc:creator>
  <cp:lastModifiedBy>PptxGenJS</cp:lastModifiedBy>
  <cp:revision>1</cp:revision>
  <dcterms:created xsi:type="dcterms:W3CDTF">2026-10-02T14:31:42Z</dcterms:created>
  <dcterms:modified xsi:type="dcterms:W3CDTF">2026-10-02T14:31:42Z</dcterms:modified>
</cp:coreProperties>
</file>